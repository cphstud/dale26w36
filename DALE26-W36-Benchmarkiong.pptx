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4" r:id="rId2"/>
    <p:sldId id="367" r:id="rId3"/>
    <p:sldId id="371" r:id="rId4"/>
    <p:sldId id="372" r:id="rId5"/>
    <p:sldId id="373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6T21:15:07.50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16383,'0'0'0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6:33:1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7 24575,'-19'-3'0,"7"2"0,-7-2 0,12 3 0,-3 6 0,7-2 0,-3 6 0,2-4 0,-2 4 0,-1-3 0,-3 6 0,6-3 0,-5 3 0,8 6 0,-9 0 0,8 1 0,-9-1 0,11-1 0,-9-3 0,4 9 0,-5-13 0,5 4 0,2-5 0,3-3 0,0 2 0,0-2 0,0 2 0,0-1 0,3 1 0,1 1 0,-1-3 0,3 2 0,-2-2 0,5-1 0,-1 1 0,9 4 0,-8-3 0,6 3 0,-9-5 0,9 6 0,-6-5 0,9 4 0,-11-4 0,2-1 0,-2 1 0,-1-1 0,4 4 0,-6-3 0,2 3 0,-3-4 0,-2 1 0,5-1 0,-6 1 0,3-1 0,-3 1 0,0-1 0,0 4 0,0-3 0,0 3 0,0-4 0,0 4 0,-3 0 0,0 0 0,-4-3 0,0-4 0,4 0 0,-3-3 0,-1 3 0,-3 0 0,-1 1 0,-1 2 0,4-2 0,-1-1 0,-1 0 0,9-2 0,-2 4 0,7-1 0,5 5 0,-8-1 0,5 4 0,-6-2 0,0 1 0,0 1 0,0-2 0,0 1 0,0 1 0,0-5 0,0 3 0,3-1 0,-2-1 0,-1 4 0,-1-5 0,-2 6 0,3-6 0,0 3 0,0 4 0,0-5 0,0 6 0,-3-6 0,2-1 0,-2 1 0,3 1 0,-3 5 0,2-3 0,-3 11 0,4-12 0,-3 5 0,2-4 0,-8-1 0,5-1 0,-6 2 0,7-4 0,0 1 0,3 1 0,0 0 0,-6 3 0,-3 5 0,1-6 0,0 11 0,8-11 0,0 11 0,0-8 0,0 18 0,0-16 0,0 12 0,0-16 0,0 5 0,0-6 0,3 6 0,-2-3 0,2-3 0,-3 11 0,3-15 0,0 10 0,1-2 0,-1-5 0,2 22 0,4-14 0,-2 8 0,3-9 0,-6-11 0,11-1 0,-4-3 0,13-3 0,6 0 0,-8 0 0,11 0 0,-18 0 0,9 0 0,-16 0 0,4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6:33:20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7 24575,'-12'-4'0,"3"1"0,-3 6 0,2-2 0,3 2 0,-3 0 0,-5-3 0,4 6 0,-5-2 0,-15 24 0,19-13 0,-32 35 0,25-7 0,-10 0 0,9 11 0,8-27 0,3 3 0,-3-6 0,7-4 0,-7 5 0,11 10 0,-8 2 0,8 29 0,-4-5 0,5-2 0,6 5 0,1-24 0,10 16 0,-4-9 0,15-5 0,-16-11 0,7-8 0,-12-10 0,-1 0 0,1 0 0,-4 0 0,0 1 0,0-4 0,8 17 0,6-11 0,12 22 0,-8-21 0,2 6 0,-10-9 0,0-4 0,0-1 0,-2-2 0,-11-1 0,-1-2 0,-17 3 0,9-7 0,-9 7 0,8-6 0,0 5 0,0-3 0,0 1 0,3-1 0,-3 0 0,4 0 0,-1 4 0,3-1 0,1 1 0,3 0 0,-7 7 0,5-5 0,-6 6 0,8-9 0,0 4 0,6 0 0,-1 0 0,7 0 0,-5-4 0,3 1 0,-4-1 0,1-2 0,0 2 0,-1-5 0,1 1 0,-1 1 0,1-2 0,-1 2 0,1-3 0,2 6 0,7 3 0,-8-1 0,4-1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6:33:28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7 24575,'-6'-3'0,"-1"0"0,1 3 0,-1 2 0,-3-1 0,0 2 0,-3 0 0,2-2 0,-1 5 0,4 0 0,-10 6 0,13 7 0,-10 2 0,11-1 0,-16 8 0,-6 13 0,-10-2 0,11-2 0,-7-5 0,22-22 0,-9 9 0,15-10 0,1-1 0,3 4 0,0-2 0,0 1 0,0-2 0,0 6 0,0-6 0,0 8 0,0-6 0,0-1 0,0-1 0,0-2 0,3-1 0,1 1 0,-1 2 0,3-1 0,-5 9 0,2-5 0,-3 6 0,0-4 0,0-4 0,0 2 0,0-4 0,0 1 0,0-2 0,0 2 0,0-2 0,0 3 0,0-4 0,0 1 0,0 0 0,-3-1 0,-1 1 0,-5-4 0,-2 3 0,1-5 0,0 2 0,1-3 0,1 0 0,-1 0 0,2 3 0,-3-3 0,0 9 0,6-10 0,1 3 0,10-9 0,2 3 0,-1 1 0,4 3 0,-2 0 0,4 3 0,-4-2 0,2 8 0,-5-8 0,3 8 0,-6-5 0,-1 5 0,-3-1 0,0 4 0,2-2 0,-1 0 0,2 0 0,0-4 0,-2 4 0,2-3 0,-3 3 0,0-4 0,0 1 0,0 2 0,0-1 0,0 9 0,0-8 0,0 9 0,0-8 0,0 0 0,0 3 0,0 12 0,10 7 0,-7 0 0,7-4 0,-10-15 0,0-3 0,0 8 0,0-9 0,0 6 0,0-6 0,0-2 0,3 3 0,1-4 0,2 1 0,-2-1 0,-1 1 0,-3-1 0,0 9 0,0-6 0,5 12 0,0-13 0,4 7 0,-2-5 0,-4 0 0,6 3 0,-4-6 0,4 3 0,-5-4 0,2 1 0,-6-1 0,3 1 0,1 8 0,0-7 0,3 7 0,-3-6 0,1-1 0,-4 1 0,5-2 0,-5 2 0,8 2 0,-5-1 0,2 2 0,0-2 0,-2 1 0,0 1 0,1-5 0,-1 3 0,3-4 0,-1 4 0,1-3 0,-4 3 0,3-4 0,-2 1 0,2-1 0,1 1 0,2-1 0,-1-2 0,4-1 0,13 2 0,-14-4 0,10 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6:33:40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487 49 8191,'-65'-18'0,"29"10"5063,-39-11-5063,56 16 2818,-9 3-2818,21 0 1719,-3 0-1719,4 0 6784,-9 7-6784,6-2 0,-3 9 0,6-4 0,5 9 0,-5-5 0,-5 20 0,6 7 0,-12 18 0,15 20 0,-4-30 0,-1 2-536,5 44 536,-2-39 0,0-2 0,4 17 0,0-5 0,-3-34 0,3 2 0,-3-15 0,-5 7 0,6 8 536,-5-11-536,7 2 0,0-13 0,0-1 0,0-1 0,0 8 0,0-10 0,0 15 0,0-11 0,4 12 0,-4-13 0,4 4 0,-4-8 0,0 7 0,3-2 0,-2 6 0,2-7 0,-3 1 0,0 4 0,0-5 0,0 4 0,0-5 0,0-3 0,0 2 0,0-2 0,0 2 0,0-1 0,0 1 0,0 6 0,0-4 0,0 13 0,-6-9 0,4 0 0,-4-2 0,3-6 0,3 3 0,-6-4 0,-6 1 0,3-3 0,-6 0 0,6-4 0,1 0 0,-4 0 0,4-6 0,-4-1 0,4-4 0,2-1 0,3 4 0,3-4 0,0 1 0,3 1 0,0 6 0,4 5 0,-4 9 0,0-3 0,-3 2 0,11-1 0,-5-4 0,9-1 0,-6-3 0,2 0 0,-1-3 0,-1 0 0,-2-4 0,0 3 0,2-2 0,7 6 0,-2-6 0,5-1 0,-6 0 0,-3 0 0,2 1 0,-4 5 0,1-2 0,6 3 0,-3 0 0,3 0 0,-8 0 0,-4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661E9-74CE-D193-C374-4DA1B3A02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197BDD3-B0EF-FFA3-21A6-0FCD9C805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3729BCD-EE8B-937C-E5C8-94061B5D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A63F04B-E1F5-CFD4-926C-8D601B3F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9A7762A-B4FA-EE0B-0430-790A69A3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910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AC567-C2FD-071D-5DBE-87FD548F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F353252-CBD1-5322-068E-FC109C98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81D3971-BDE1-4D24-7D7F-4085DBCA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988956C-FEA0-7314-8739-1BFEC7FA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68EB0A-8330-3590-3C66-2681D4ED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104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A9A84-5C14-432C-5B4B-6BBC92B2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763BE2C-E9E6-5C60-BE4A-8175518FF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C7A72C-38BF-2B3E-A028-C2E6AD61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154EE59-4243-043A-D8D5-1D80553B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A30C0E1-9E94-CC2B-A211-C226BF11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993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1C98C-F49C-B13D-AFC4-148440CF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1D6552-EE5C-AA94-2663-AC9FE0F0E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56DB0DD-A22D-0468-0BC8-E4263DA1D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416363-CC56-2BEB-3CEF-EA02578E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2F7DA93-040F-5FAD-CB84-E1C213B5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CB11A3A-F6CD-96D8-0592-F76FF6F9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884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A9F98-A296-A2F6-FA4E-10330864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6820282-3606-90EE-163D-7D318AE17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67F93F0-B05F-933C-F460-2FFDA086E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AB3CDF2-B143-A951-F331-B168A0482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A6E6AA4-5C89-7271-EB82-470C352CF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B03FA9B-9E76-7374-CDE2-6842F81C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100E6FB-19BC-671A-742C-6827CDEB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04CB09D-D28E-72FC-1D24-002D1004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1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CCE3D-AFED-DD38-7649-5F2E020C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2F7B035-49B3-AF5F-401E-0D336A50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CAF1275A-8417-2866-92EB-B81345DB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3D70B12-D47B-509B-FF8D-AFB4C407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789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56BA2DD-D890-E217-55D2-5B45E574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F17FDC5-0AA9-BBF8-55B5-3E3FFB2C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FA408B6-6F69-ED53-9841-06E38D9F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89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A0ECA-2C53-ED64-410A-A9961A21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6C2D334-7215-DB5F-109E-CF45ED3B8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40D7CDF-0FD9-D205-95BD-8D1D8C898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C969ED6-2F96-D15F-2EC5-402178D8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BA69952-E653-700C-B60A-7C7035D7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E7804C2-4CC0-CBF6-771D-A80D692D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628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4EE152-01B7-43F8-2389-E9522B7B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87724CD-9D16-8D3B-D821-F9A34D0C5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60A21C1-B8EB-C252-6686-E357A8100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E62E06E-BF96-3E5A-B2BE-9CAE1D5D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2E45D36-844C-4045-DE34-242C5D2D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70B0CB-D85C-5DCC-60BC-4677A3F2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697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260A1-C628-62F6-965C-4EAADDB8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CD8F212-5C98-FB12-8F19-A66EB7F91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878A104-F177-7A62-58CF-DF9929EC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CC1866A-C7E4-1D12-83BD-713DCBE3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6F1E04E-E734-AF95-EC43-095E441F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678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12B9207-3631-09B7-0CF9-48B1DE70A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57B9856-D446-417E-E014-0EFF5BB10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AF054C9-A4E1-E887-D773-B8F5DD66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18B895D-AB45-E67B-F3C6-C5F5F7A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40E849A-898D-2B08-92B9-A2A6C745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422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0FF8FF2-892E-3D25-2322-8E9E50BD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A04F942-0E15-9D7F-EC96-4EEBF1A0D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A9B05C4-8C71-B95A-C96F-C45C936E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FABD2-091C-5343-83EB-BE4E4A389EA1}" type="datetimeFigureOut">
              <a:t>26.08.2026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6E4EAF9-D41D-F4E7-2142-1C74FBD41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B522663-A2FD-7C9C-AF5E-DADFC420D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15FCD-3616-2142-A2B7-CE8B4AC52147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35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DB7E-72EB-D583-CB03-80F33054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05E3787D-DA04-379F-79BE-3B69DC7D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39345" cy="4477039"/>
          </a:xfrm>
        </p:spPr>
        <p:txBody>
          <a:bodyPr>
            <a:normAutofit/>
          </a:bodyPr>
          <a:lstStyle/>
          <a:p>
            <a:r>
              <a:rPr lang="da-DK" sz="2800"/>
              <a:t>Dagens program</a:t>
            </a:r>
            <a:br>
              <a:rPr lang="da-DK" sz="2800"/>
            </a:br>
            <a:br>
              <a:rPr lang="da-DK" sz="2800"/>
            </a:br>
            <a:br>
              <a:rPr lang="da-DK" sz="2800"/>
            </a:br>
            <a:endParaRPr lang="da-DK" sz="280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C0798CB6-AE0B-F69E-C355-2668CC240980}"/>
              </a:ext>
            </a:extLst>
          </p:cNvPr>
          <p:cNvSpPr txBox="1"/>
          <p:nvPr/>
        </p:nvSpPr>
        <p:spPr>
          <a:xfrm>
            <a:off x="838200" y="2603644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sz="1800"/>
              <a:t>Intro til ugen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/>
              <a:t>Benchmarking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/>
              <a:t>R og funktioner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/>
              <a:t>Pair-programming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576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DDFA213-6129-4D18-5CD0-015E2230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83357" cy="1325563"/>
          </a:xfrm>
        </p:spPr>
        <p:txBody>
          <a:bodyPr>
            <a:normAutofit fontScale="90000"/>
          </a:bodyPr>
          <a:lstStyle/>
          <a:p>
            <a:r>
              <a:rPr lang="da-DK" sz="5400">
                <a:solidFill>
                  <a:schemeClr val="accent2"/>
                </a:solidFill>
              </a:rPr>
              <a:t>Getting started </a:t>
            </a:r>
            <a:br>
              <a:rPr lang="da-DK" sz="5400">
                <a:solidFill>
                  <a:schemeClr val="accent2"/>
                </a:solidFill>
              </a:rPr>
            </a:br>
            <a:r>
              <a:rPr lang="da-DK"/>
              <a:t>– your computer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44FBD35-6E21-A45D-F3C8-9EEF3DEAFB4A}"/>
              </a:ext>
            </a:extLst>
          </p:cNvPr>
          <p:cNvSpPr txBox="1"/>
          <p:nvPr/>
        </p:nvSpPr>
        <p:spPr>
          <a:xfrm>
            <a:off x="5916362" y="384449"/>
            <a:ext cx="57376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000" i="1">
                <a:solidFill>
                  <a:srgbClr val="FF0000"/>
                </a:solidFill>
              </a:rPr>
              <a:t>benchmarkme</a:t>
            </a:r>
            <a:endParaRPr lang="da-DK" sz="3200" i="1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000"/>
              <a:t>get_cpu og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000"/>
              <a:t>kør benchmark_matrix_cal() og gem i en variabel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a-DK" sz="20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a-DK" sz="2000"/>
          </a:p>
        </p:txBody>
      </p:sp>
      <p:pic>
        <p:nvPicPr>
          <p:cNvPr id="3" name="Billede 2" descr="Et billede, der indeholder bord&#10;&#10;Automatisk genereret beskrivelse">
            <a:extLst>
              <a:ext uri="{FF2B5EF4-FFF2-40B4-BE49-F238E27FC236}">
                <a16:creationId xmlns:a16="http://schemas.microsoft.com/office/drawing/2014/main" id="{F7B6FC7A-DDC5-728D-2CAC-A8FAB8B43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20067"/>
          <a:stretch/>
        </p:blipFill>
        <p:spPr>
          <a:xfrm>
            <a:off x="900370" y="1939378"/>
            <a:ext cx="4618590" cy="4150820"/>
          </a:xfrm>
          <a:prstGeom prst="rect">
            <a:avLst/>
          </a:prstGeom>
        </p:spPr>
      </p:pic>
      <p:pic>
        <p:nvPicPr>
          <p:cNvPr id="7" name="Billede 6" descr="Et billede, der indeholder tekst&#10;&#10;Automatisk genereret beskrivelse">
            <a:extLst>
              <a:ext uri="{FF2B5EF4-FFF2-40B4-BE49-F238E27FC236}">
                <a16:creationId xmlns:a16="http://schemas.microsoft.com/office/drawing/2014/main" id="{FE85DA85-8117-041E-23AA-71EBB556B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21" y="1789133"/>
            <a:ext cx="3940456" cy="1639867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4200F36D-9892-5FC0-876C-3761A9BE7D20}"/>
              </a:ext>
            </a:extLst>
          </p:cNvPr>
          <p:cNvSpPr txBox="1"/>
          <p:nvPr/>
        </p:nvSpPr>
        <p:spPr>
          <a:xfrm>
            <a:off x="6486439" y="5100638"/>
            <a:ext cx="3276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i="1">
                <a:solidFill>
                  <a:srgbClr val="FF0000"/>
                </a:solidFill>
              </a:rPr>
              <a:t>OUTPUT TIL SIDST: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2B855735-F5CD-5E6E-9A8D-D4A906B32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2" y="5748848"/>
            <a:ext cx="11243213" cy="8994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5A2555AF-1863-F169-A100-C7584BC84131}"/>
                  </a:ext>
                </a:extLst>
              </p14:cNvPr>
              <p14:cNvContentPartPr/>
              <p14:nvPr/>
            </p14:nvContentPartPr>
            <p14:xfrm>
              <a:off x="1798414" y="3938332"/>
              <a:ext cx="360" cy="360"/>
            </p14:xfrm>
          </p:contentPart>
        </mc:Choice>
        <mc:Fallback xmlns=""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5A2555AF-1863-F169-A100-C7584BC841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2774" y="3866332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6666C228-6675-FF3F-CDE9-E080873E282F}"/>
                  </a:ext>
                </a:extLst>
              </p14:cNvPr>
              <p14:cNvContentPartPr/>
              <p14:nvPr/>
            </p14:nvContentPartPr>
            <p14:xfrm>
              <a:off x="2786482" y="4732249"/>
              <a:ext cx="100080" cy="541440"/>
            </p14:xfrm>
          </p:contentPart>
        </mc:Choice>
        <mc:Fallback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6666C228-6675-FF3F-CDE9-E080873E28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7482" y="4723249"/>
                <a:ext cx="11772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A8CAE122-1DFD-78D4-56B8-EDDF6A617C01}"/>
                  </a:ext>
                </a:extLst>
              </p14:cNvPr>
              <p14:cNvContentPartPr/>
              <p14:nvPr/>
            </p14:nvContentPartPr>
            <p14:xfrm>
              <a:off x="2700802" y="3501769"/>
              <a:ext cx="116640" cy="505800"/>
            </p14:xfrm>
          </p:contentPart>
        </mc:Choice>
        <mc:Fallback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A8CAE122-1DFD-78D4-56B8-EDDF6A617C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92162" y="3492769"/>
                <a:ext cx="13428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FA4774E3-C994-5C18-D3F1-C3D7B3F87DF1}"/>
                  </a:ext>
                </a:extLst>
              </p14:cNvPr>
              <p14:cNvContentPartPr/>
              <p14:nvPr/>
            </p14:nvContentPartPr>
            <p14:xfrm>
              <a:off x="2701522" y="4117729"/>
              <a:ext cx="156240" cy="541080"/>
            </p14:xfrm>
          </p:contentPart>
        </mc:Choice>
        <mc:Fallback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FA4774E3-C994-5C18-D3F1-C3D7B3F87D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92522" y="4109089"/>
                <a:ext cx="17388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Håndskrift 15">
                <a:extLst>
                  <a:ext uri="{FF2B5EF4-FFF2-40B4-BE49-F238E27FC236}">
                    <a16:creationId xmlns:a16="http://schemas.microsoft.com/office/drawing/2014/main" id="{0489F4AF-A5B6-C52F-83A5-CA9426AF7BE7}"/>
                  </a:ext>
                </a:extLst>
              </p14:cNvPr>
              <p14:cNvContentPartPr/>
              <p14:nvPr/>
            </p14:nvContentPartPr>
            <p14:xfrm>
              <a:off x="2609002" y="4975609"/>
              <a:ext cx="175320" cy="492480"/>
            </p14:xfrm>
          </p:contentPart>
        </mc:Choice>
        <mc:Fallback>
          <p:pic>
            <p:nvPicPr>
              <p:cNvPr id="16" name="Håndskrift 15">
                <a:extLst>
                  <a:ext uri="{FF2B5EF4-FFF2-40B4-BE49-F238E27FC236}">
                    <a16:creationId xmlns:a16="http://schemas.microsoft.com/office/drawing/2014/main" id="{0489F4AF-A5B6-C52F-83A5-CA9426AF7BE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00362" y="4966969"/>
                <a:ext cx="192960" cy="5101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kstfelt 16">
            <a:extLst>
              <a:ext uri="{FF2B5EF4-FFF2-40B4-BE49-F238E27FC236}">
                <a16:creationId xmlns:a16="http://schemas.microsoft.com/office/drawing/2014/main" id="{F7D91252-DDBF-F9B3-7AF6-85ADED914D70}"/>
              </a:ext>
            </a:extLst>
          </p:cNvPr>
          <p:cNvSpPr txBox="1"/>
          <p:nvPr/>
        </p:nvSpPr>
        <p:spPr>
          <a:xfrm>
            <a:off x="2110742" y="5426669"/>
            <a:ext cx="340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/>
              <a:t>mean af elapsed lm, cross og sort</a:t>
            </a:r>
          </a:p>
        </p:txBody>
      </p:sp>
    </p:spTree>
    <p:extLst>
      <p:ext uri="{BB962C8B-B14F-4D97-AF65-F5344CB8AC3E}">
        <p14:creationId xmlns:p14="http://schemas.microsoft.com/office/powerpoint/2010/main" val="296750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DDFA213-6129-4D18-5CD0-015E2230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83357" cy="1325563"/>
          </a:xfrm>
        </p:spPr>
        <p:txBody>
          <a:bodyPr>
            <a:normAutofit/>
          </a:bodyPr>
          <a:lstStyle/>
          <a:p>
            <a:r>
              <a:rPr lang="da-DK" sz="5400">
                <a:solidFill>
                  <a:schemeClr val="accent2"/>
                </a:solidFill>
              </a:rPr>
              <a:t>Moving on  </a:t>
            </a:r>
            <a:endParaRPr lang="da-DK"/>
          </a:p>
        </p:txBody>
      </p:sp>
      <p:pic>
        <p:nvPicPr>
          <p:cNvPr id="13" name="Billede 12" descr="Et billede, der indeholder bord&#10;&#10;Automatisk genereret beskrivelse">
            <a:extLst>
              <a:ext uri="{FF2B5EF4-FFF2-40B4-BE49-F238E27FC236}">
                <a16:creationId xmlns:a16="http://schemas.microsoft.com/office/drawing/2014/main" id="{03ACC181-8F60-9468-4F03-F2ACC5EE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76021"/>
            <a:ext cx="8897867" cy="492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DDFA213-6129-4D18-5CD0-015E2230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83357" cy="1325563"/>
          </a:xfrm>
        </p:spPr>
        <p:txBody>
          <a:bodyPr>
            <a:normAutofit/>
          </a:bodyPr>
          <a:lstStyle/>
          <a:p>
            <a:r>
              <a:rPr lang="da-DK" sz="5400">
                <a:solidFill>
                  <a:schemeClr val="accent2"/>
                </a:solidFill>
              </a:rPr>
              <a:t>Final goal ..</a:t>
            </a:r>
            <a:endParaRPr lang="da-DK"/>
          </a:p>
        </p:txBody>
      </p:sp>
      <p:pic>
        <p:nvPicPr>
          <p:cNvPr id="3" name="Billede 2" descr="Et billede, der indeholder bord&#10;&#10;Automatisk genereret beskrivelse">
            <a:extLst>
              <a:ext uri="{FF2B5EF4-FFF2-40B4-BE49-F238E27FC236}">
                <a16:creationId xmlns:a16="http://schemas.microsoft.com/office/drawing/2014/main" id="{41FD971A-4DDF-351C-2B7B-A465FF64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0582"/>
            <a:ext cx="6185930" cy="4452293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5AC2AE55-38FE-1A41-AE2C-7C594B74C9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64" b="1801"/>
          <a:stretch/>
        </p:blipFill>
        <p:spPr>
          <a:xfrm>
            <a:off x="6490038" y="197708"/>
            <a:ext cx="5701962" cy="64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3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DDFA213-6129-4D18-5CD0-015E2230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903" y="192131"/>
            <a:ext cx="9393195" cy="1325563"/>
          </a:xfrm>
        </p:spPr>
        <p:txBody>
          <a:bodyPr>
            <a:normAutofit/>
          </a:bodyPr>
          <a:lstStyle/>
          <a:p>
            <a:r>
              <a:rPr lang="da-DK" sz="5400">
                <a:solidFill>
                  <a:schemeClr val="accent2"/>
                </a:solidFill>
              </a:rPr>
              <a:t>Get all numeric fields as.numeric</a:t>
            </a:r>
            <a:endParaRPr lang="da-DK"/>
          </a:p>
        </p:txBody>
      </p:sp>
      <p:pic>
        <p:nvPicPr>
          <p:cNvPr id="13" name="Billede 12" descr="Et billede, der indeholder bord&#10;&#10;Automatisk genereret beskrivelse">
            <a:extLst>
              <a:ext uri="{FF2B5EF4-FFF2-40B4-BE49-F238E27FC236}">
                <a16:creationId xmlns:a16="http://schemas.microsoft.com/office/drawing/2014/main" id="{03ACC181-8F60-9468-4F03-F2ACC5EE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157" y="1421027"/>
            <a:ext cx="6831643" cy="3781168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CD79F347-ADF9-D074-8701-04D15E171801}"/>
              </a:ext>
            </a:extLst>
          </p:cNvPr>
          <p:cNvSpPr txBox="1"/>
          <p:nvPr/>
        </p:nvSpPr>
        <p:spPr>
          <a:xfrm>
            <a:off x="407774" y="1791730"/>
            <a:ext cx="3669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Alle ”,” til ”.”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gsub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Fix cpuhast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Fjern alle GHz (gsub)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Fix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Skal laves til kbytes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Fix resten</a:t>
            </a:r>
          </a:p>
        </p:txBody>
      </p:sp>
    </p:spTree>
    <p:extLst>
      <p:ext uri="{BB962C8B-B14F-4D97-AF65-F5344CB8AC3E}">
        <p14:creationId xmlns:p14="http://schemas.microsoft.com/office/powerpoint/2010/main" val="271187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21756</TotalTime>
  <Words>82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Office-tema</vt:lpstr>
      <vt:lpstr>Dagens program   </vt:lpstr>
      <vt:lpstr>Getting started  – your computer</vt:lpstr>
      <vt:lpstr>Moving on  </vt:lpstr>
      <vt:lpstr>Final goal ..</vt:lpstr>
      <vt:lpstr>Get all numeric fields as.numeric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Dataanalyse</dc:title>
  <dc:creator>Sofie Brosbøl Wulf</dc:creator>
  <cp:lastModifiedBy>Thorbjørn Wulf</cp:lastModifiedBy>
  <cp:revision>7</cp:revision>
  <dcterms:created xsi:type="dcterms:W3CDTF">2022-09-06T05:35:16Z</dcterms:created>
  <dcterms:modified xsi:type="dcterms:W3CDTF">2026-08-31T06:51:50Z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2025-08-21T14:45:29Z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1b26da0e-b721-4b6f-bc38-b36d66b90c2b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